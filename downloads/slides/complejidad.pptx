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embeddedFontLst>
    <p:embeddedFont>
      <p:font typeface="Aptos Black" panose="020B0004020202020204" pitchFamily="34" charset="0"/>
      <p:bold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73Fh61gzIlZC9MPjp8AM+kxpU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844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009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90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8328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0612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3981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0954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4205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3738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004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6590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1190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9065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7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0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0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/>
        </p:nvSpPr>
        <p:spPr>
          <a:xfrm>
            <a:off x="154658" y="2956656"/>
            <a:ext cx="85779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AR"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4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411458" y="5942975"/>
            <a:ext cx="832110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-AR" sz="27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 (271)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502247-C37D-D16B-A271-DAD3E812E683}"/>
              </a:ext>
            </a:extLst>
          </p:cNvPr>
          <p:cNvSpPr txBox="1"/>
          <p:nvPr/>
        </p:nvSpPr>
        <p:spPr>
          <a:xfrm>
            <a:off x="2375940" y="2297227"/>
            <a:ext cx="691796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680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spc="-10" dirty="0">
                <a:latin typeface="Calibri"/>
                <a:cs typeface="Calibri"/>
              </a:rPr>
              <a:t>Algoritmo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80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Algoritmo</a:t>
            </a:r>
            <a:r>
              <a:rPr lang="es-ES" sz="2400" spc="-75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vs.</a:t>
            </a:r>
            <a:r>
              <a:rPr lang="es-ES" sz="2400" spc="-60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Proceso</a:t>
            </a:r>
            <a:r>
              <a:rPr lang="es-ES" sz="2400" spc="-55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Computacional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75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spc="-20" dirty="0">
                <a:latin typeface="Calibri"/>
                <a:cs typeface="Calibri"/>
              </a:rPr>
              <a:t>Tamaño</a:t>
            </a:r>
            <a:r>
              <a:rPr lang="es-ES" sz="2400" spc="-60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de</a:t>
            </a:r>
            <a:r>
              <a:rPr lang="es-ES" sz="2400" spc="-60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problema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75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Función</a:t>
            </a:r>
            <a:r>
              <a:rPr lang="es-ES" sz="2400" spc="-50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complejidad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80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Análisis</a:t>
            </a:r>
            <a:r>
              <a:rPr lang="es-ES" sz="2400" spc="-45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Temporal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75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Análisis</a:t>
            </a:r>
            <a:r>
              <a:rPr lang="es-ES" sz="2400" spc="-45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Espacial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75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Medición</a:t>
            </a:r>
            <a:r>
              <a:rPr lang="es-ES" sz="2400" spc="-45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del</a:t>
            </a:r>
            <a:r>
              <a:rPr lang="es-ES" sz="2400" spc="-35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tiempo</a:t>
            </a:r>
            <a:r>
              <a:rPr lang="es-ES" sz="2400" spc="-40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de</a:t>
            </a:r>
            <a:r>
              <a:rPr lang="es-ES" sz="2400" spc="-35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ejecución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75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dirty="0">
                <a:latin typeface="Calibri"/>
                <a:cs typeface="Calibri"/>
              </a:rPr>
              <a:t>Medición</a:t>
            </a:r>
            <a:r>
              <a:rPr lang="es-ES" sz="2400" spc="-35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de</a:t>
            </a:r>
            <a:r>
              <a:rPr lang="es-ES" sz="2400" spc="-20" dirty="0">
                <a:latin typeface="Calibri"/>
                <a:cs typeface="Calibri"/>
              </a:rPr>
              <a:t> </a:t>
            </a:r>
            <a:r>
              <a:rPr lang="es-ES" sz="2400" dirty="0">
                <a:latin typeface="Calibri"/>
                <a:cs typeface="Calibri"/>
              </a:rPr>
              <a:t>memoria</a:t>
            </a:r>
            <a:r>
              <a:rPr lang="es-ES" sz="2400" spc="-30" dirty="0">
                <a:latin typeface="Calibri"/>
                <a:cs typeface="Calibri"/>
              </a:rPr>
              <a:t> </a:t>
            </a:r>
            <a:r>
              <a:rPr lang="es-ES" sz="2400" spc="-10" dirty="0">
                <a:latin typeface="Calibri"/>
                <a:cs typeface="Calibri"/>
              </a:rPr>
              <a:t>requerida</a:t>
            </a:r>
            <a:endParaRPr lang="es-ES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80"/>
              </a:spcBef>
              <a:buClr>
                <a:srgbClr val="4F81BC"/>
              </a:buClr>
              <a:buFont typeface="Arial MT"/>
              <a:buChar char="•"/>
              <a:tabLst>
                <a:tab pos="240029" algn="l"/>
              </a:tabLst>
            </a:pPr>
            <a:r>
              <a:rPr lang="es-ES" sz="2400" spc="-10" dirty="0">
                <a:latin typeface="Calibri"/>
                <a:cs typeface="Calibri"/>
              </a:rPr>
              <a:t>Ejemplos</a:t>
            </a:r>
            <a:endParaRPr lang="es-ES" sz="2400" dirty="0">
              <a:latin typeface="Calibri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67783-0AC6-87A7-1445-1AA0759B44E2}"/>
              </a:ext>
            </a:extLst>
          </p:cNvPr>
          <p:cNvSpPr txBox="1"/>
          <p:nvPr/>
        </p:nvSpPr>
        <p:spPr>
          <a:xfrm>
            <a:off x="629587" y="1213698"/>
            <a:ext cx="4371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800" dirty="0">
                <a:solidFill>
                  <a:schemeClr val="bg2"/>
                </a:solidFill>
                <a:latin typeface="Aptos Black" panose="020F0502020204030204" pitchFamily="34" charset="0"/>
              </a:rPr>
              <a:t>COMPLEJIDAD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66999A-FA72-006D-8E70-4BBD295B0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01" y="1355550"/>
            <a:ext cx="7889398" cy="513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8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E2F442-AF52-614C-1660-C1286451608B}"/>
              </a:ext>
            </a:extLst>
          </p:cNvPr>
          <p:cNvSpPr txBox="1"/>
          <p:nvPr/>
        </p:nvSpPr>
        <p:spPr>
          <a:xfrm>
            <a:off x="440901" y="1194795"/>
            <a:ext cx="8262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Algoritmo vs Proceso Computacional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2602F0-CB88-8AC8-DD83-5294E516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89" y="1841126"/>
            <a:ext cx="7085361" cy="474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CD46BA4-31A2-CEC9-ADC3-4A62766F890E}"/>
              </a:ext>
            </a:extLst>
          </p:cNvPr>
          <p:cNvSpPr txBox="1"/>
          <p:nvPr/>
        </p:nvSpPr>
        <p:spPr>
          <a:xfrm>
            <a:off x="1924927" y="1194795"/>
            <a:ext cx="4921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Tamaño del Problema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6EBA20-AD76-CC2A-6A07-F00E2DCAF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44" y="1700395"/>
            <a:ext cx="7357915" cy="500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6D3CCA-082E-10F8-7E3F-D9D726917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41" y="1355550"/>
            <a:ext cx="7408718" cy="515148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55F90B-A7AE-3DF3-C9CA-1D199930FAAC}"/>
              </a:ext>
            </a:extLst>
          </p:cNvPr>
          <p:cNvSpPr/>
          <p:nvPr/>
        </p:nvSpPr>
        <p:spPr>
          <a:xfrm>
            <a:off x="7390151" y="1355550"/>
            <a:ext cx="1229193" cy="428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218D11A-6CEE-AF8D-FDA3-426EF39B7465}"/>
              </a:ext>
            </a:extLst>
          </p:cNvPr>
          <p:cNvSpPr/>
          <p:nvPr/>
        </p:nvSpPr>
        <p:spPr>
          <a:xfrm>
            <a:off x="7839857" y="1614661"/>
            <a:ext cx="1229193" cy="428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642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89DA59-C81F-6EB1-ADDD-DB6A972E8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69" y="1156808"/>
            <a:ext cx="7048126" cy="556431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E197175-0799-9164-B7E9-B0577375EC40}"/>
              </a:ext>
            </a:extLst>
          </p:cNvPr>
          <p:cNvSpPr/>
          <p:nvPr/>
        </p:nvSpPr>
        <p:spPr>
          <a:xfrm>
            <a:off x="7282471" y="1165205"/>
            <a:ext cx="1229193" cy="380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E0C1E14-8A74-190B-D254-FA0E453D0900}"/>
              </a:ext>
            </a:extLst>
          </p:cNvPr>
          <p:cNvSpPr/>
          <p:nvPr/>
        </p:nvSpPr>
        <p:spPr>
          <a:xfrm>
            <a:off x="7531183" y="1519165"/>
            <a:ext cx="1229193" cy="428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9865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E3C7C3-493B-00DD-578D-B6CCD4CD417F}"/>
              </a:ext>
            </a:extLst>
          </p:cNvPr>
          <p:cNvSpPr txBox="1"/>
          <p:nvPr/>
        </p:nvSpPr>
        <p:spPr>
          <a:xfrm>
            <a:off x="1805987" y="1194754"/>
            <a:ext cx="4828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Función Complejidad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5A1B1E-D02A-4DB1-0090-6BE944AD6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54" y="2123409"/>
            <a:ext cx="7598628" cy="352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5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2879BD-B284-40A9-C13C-DEF7DD511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05" y="1355550"/>
            <a:ext cx="7118189" cy="512671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B89A15B-1B5A-6D57-1B86-CC98803341BE}"/>
              </a:ext>
            </a:extLst>
          </p:cNvPr>
          <p:cNvSpPr/>
          <p:nvPr/>
        </p:nvSpPr>
        <p:spPr>
          <a:xfrm>
            <a:off x="7822732" y="1331196"/>
            <a:ext cx="1229193" cy="1249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DAF77E-4466-2305-3AB3-548DA3DE4AAF}"/>
              </a:ext>
            </a:extLst>
          </p:cNvPr>
          <p:cNvSpPr/>
          <p:nvPr/>
        </p:nvSpPr>
        <p:spPr>
          <a:xfrm>
            <a:off x="7362316" y="1331196"/>
            <a:ext cx="1229193" cy="89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665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9624AC-866A-2286-1F5A-5B9DE8E48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49" y="1266833"/>
            <a:ext cx="7005708" cy="549698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8516C0-9F24-638A-FC8A-9F834B78CECC}"/>
              </a:ext>
            </a:extLst>
          </p:cNvPr>
          <p:cNvSpPr/>
          <p:nvPr/>
        </p:nvSpPr>
        <p:spPr>
          <a:xfrm>
            <a:off x="7841782" y="1497106"/>
            <a:ext cx="1229193" cy="1906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C94D89-E38D-0C01-05E9-41EE1E832029}"/>
              </a:ext>
            </a:extLst>
          </p:cNvPr>
          <p:cNvSpPr/>
          <p:nvPr/>
        </p:nvSpPr>
        <p:spPr>
          <a:xfrm>
            <a:off x="7286116" y="1266832"/>
            <a:ext cx="1229193" cy="13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195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C58ED2-9CB2-B8BB-E6C9-E8BA041BB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231" y="1194796"/>
            <a:ext cx="7025716" cy="558623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1D2AA28-5164-A189-1695-6044E72C7B06}"/>
              </a:ext>
            </a:extLst>
          </p:cNvPr>
          <p:cNvSpPr/>
          <p:nvPr/>
        </p:nvSpPr>
        <p:spPr>
          <a:xfrm>
            <a:off x="7983769" y="1177838"/>
            <a:ext cx="1229193" cy="13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3C7348-01A1-1FE3-C70A-CE6601E16397}"/>
              </a:ext>
            </a:extLst>
          </p:cNvPr>
          <p:cNvSpPr/>
          <p:nvPr/>
        </p:nvSpPr>
        <p:spPr>
          <a:xfrm>
            <a:off x="7405179" y="1184793"/>
            <a:ext cx="1229193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A358C9-A6B2-DB0A-B93E-0647BE9E3D5E}"/>
              </a:ext>
            </a:extLst>
          </p:cNvPr>
          <p:cNvSpPr/>
          <p:nvPr/>
        </p:nvSpPr>
        <p:spPr>
          <a:xfrm>
            <a:off x="7752373" y="1183078"/>
            <a:ext cx="162434" cy="13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173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E4E4A-6995-34F4-4F1A-FE0F9F25ECC6}"/>
              </a:ext>
            </a:extLst>
          </p:cNvPr>
          <p:cNvSpPr txBox="1"/>
          <p:nvPr/>
        </p:nvSpPr>
        <p:spPr>
          <a:xfrm>
            <a:off x="2170670" y="1194795"/>
            <a:ext cx="4099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Análisis Temporal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6BE1CE-EEC9-5BA3-BBED-113A422B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27" y="1757128"/>
            <a:ext cx="6331286" cy="41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19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D64AD5-FA96-BF35-7931-3E191F049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232706"/>
            <a:ext cx="5947886" cy="471108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69F2D50-8731-F558-1118-1D92947C7289}"/>
              </a:ext>
            </a:extLst>
          </p:cNvPr>
          <p:cNvSpPr/>
          <p:nvPr/>
        </p:nvSpPr>
        <p:spPr>
          <a:xfrm>
            <a:off x="6891569" y="1225430"/>
            <a:ext cx="1229193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0A4418-3C2D-ED7E-2B78-74D5E7683F09}"/>
              </a:ext>
            </a:extLst>
          </p:cNvPr>
          <p:cNvSpPr/>
          <p:nvPr/>
        </p:nvSpPr>
        <p:spPr>
          <a:xfrm>
            <a:off x="621124" y="4467138"/>
            <a:ext cx="1944276" cy="1730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320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23B136-7961-378A-98D6-BB8868A48065}"/>
              </a:ext>
            </a:extLst>
          </p:cNvPr>
          <p:cNvSpPr txBox="1"/>
          <p:nvPr/>
        </p:nvSpPr>
        <p:spPr>
          <a:xfrm>
            <a:off x="2170670" y="1194795"/>
            <a:ext cx="3887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Análisis Espacial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97EB2C-498B-8EAC-62F5-24848F62B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4" y="1862846"/>
            <a:ext cx="7665192" cy="45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9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F46881B-9A77-5112-79E6-2962735155CB}"/>
              </a:ext>
            </a:extLst>
          </p:cNvPr>
          <p:cNvSpPr txBox="1"/>
          <p:nvPr/>
        </p:nvSpPr>
        <p:spPr>
          <a:xfrm>
            <a:off x="926486" y="1194795"/>
            <a:ext cx="758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Medición del Tiempo de Ejecución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F33670-7499-24F8-4AD5-0F0AA063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25" y="1841126"/>
            <a:ext cx="6881690" cy="470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3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"/>
          <p:cNvSpPr txBox="1"/>
          <p:nvPr/>
        </p:nvSpPr>
        <p:spPr>
          <a:xfrm>
            <a:off x="-1072330" y="528900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0" y="23300"/>
            <a:ext cx="314794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AR" sz="15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DE  DATOS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B7BB635-A3EB-8485-5F6E-BD6C8BE25520}"/>
              </a:ext>
            </a:extLst>
          </p:cNvPr>
          <p:cNvSpPr txBox="1"/>
          <p:nvPr/>
        </p:nvSpPr>
        <p:spPr>
          <a:xfrm>
            <a:off x="926486" y="1194795"/>
            <a:ext cx="7707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dirty="0">
                <a:solidFill>
                  <a:schemeClr val="bg2"/>
                </a:solidFill>
                <a:latin typeface="Aptos Black" panose="020F0502020204030204" pitchFamily="34" charset="0"/>
              </a:rPr>
              <a:t>Medición de la Memoria Requerida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00D8C2-BE17-B980-DBFE-95A2C7F65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03" y="2053145"/>
            <a:ext cx="7430409" cy="403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4899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116</Words>
  <Application>Microsoft Office PowerPoint</Application>
  <PresentationFormat>Presentación en pantalla (4:3)</PresentationFormat>
  <Paragraphs>49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Arial MT</vt:lpstr>
      <vt:lpstr>Open Sans</vt:lpstr>
      <vt:lpstr>Calibri</vt:lpstr>
      <vt:lpstr>Aptos Black</vt:lpstr>
      <vt:lpstr>1_Tema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Angel Leonardo Bianco</cp:lastModifiedBy>
  <cp:revision>8</cp:revision>
  <dcterms:modified xsi:type="dcterms:W3CDTF">2024-10-17T17:29:50Z</dcterms:modified>
</cp:coreProperties>
</file>